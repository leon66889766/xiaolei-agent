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D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1614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D16B76-B4CC-4E0E-8AC8-EA24FEC9B5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0F00229-0746-4BB5-83BA-1DFF1C0619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CA9ACA-2AA4-4A00-8A1F-E090CAF22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B466-AF13-427D-8776-6E780E8EF48A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17B691-A503-46E8-8C60-9DA3ECBA4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83ED25-7A82-4669-B7DD-1736FAEB3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09688-6F80-4E01-B8E9-405242E58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8244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C3E535-1A91-43FF-838C-D2849ED2A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7F24EE-DA98-4C2A-AAD9-A0F1FB230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CCC7C2-9ABE-4646-AF10-6BD098C5D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B466-AF13-427D-8776-6E780E8EF48A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7458F7A-E743-4B21-A2F6-988DF181F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8F96B9-012E-4EE9-95BB-66E003612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09688-6F80-4E01-B8E9-405242E58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552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401493-01E3-4E17-9096-5019CAF45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DABE8C-5136-4C51-9186-77962C8C6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DF5667-399C-4C70-87B1-8D7C6922A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B466-AF13-427D-8776-6E780E8EF48A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538898-32AE-4D7A-9815-6EE7BCB73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B1079C-92D7-4A9A-982F-758A4CB8B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09688-6F80-4E01-B8E9-405242E58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669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F5935C-24E4-43EA-BA26-98270EA31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C90DF0-42B5-4F14-B004-8A98A3DC6B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A4E303-25F8-46EB-862B-A970FDC670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09579F-51ED-400B-BEE5-8A3BA4AFD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B466-AF13-427D-8776-6E780E8EF48A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139B39-A1BD-4DEB-89E4-9D2EB7ABB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496EB7-E90C-4395-ACCA-173B027BF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09688-6F80-4E01-B8E9-405242E58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015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2428F5-6074-46D8-9117-10FABEDD7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7C86C55-3D23-4F84-8F0B-D97797C0F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7C281E7-3020-46CC-AE0F-4B73783227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0D7E079-4BCD-4552-A986-02E76CD1C6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B0EF3B4-9BED-45EA-BBA1-A707D8E424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A7CD22C-F571-40A9-832A-47239F11A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B466-AF13-427D-8776-6E780E8EF48A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FCB934D-FD9E-4BAD-B834-F370D69C7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727A33D-8A29-4527-A8E6-C2B38D03C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09688-6F80-4E01-B8E9-405242E58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446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218645-EB7F-486D-82CD-F07B2BA3E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737E10D-68AE-4C73-B1D2-3C9C7EF60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B466-AF13-427D-8776-6E780E8EF48A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11872A-D19A-48EA-AEA6-E3AA3E5F0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DC1FA16-B167-4A85-B730-A20BA2A86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09688-6F80-4E01-B8E9-405242E58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648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B7DC9D4-1504-4AA5-BC67-827F5EE9B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B466-AF13-427D-8776-6E780E8EF48A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A19A99E-D663-403A-BBA2-6719A4C81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A46E7F-5C25-422D-9D27-F7CEBD37D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09688-6F80-4E01-B8E9-405242E58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0273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382705-0960-4877-B2BB-06D999F3F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356A2B-D4FF-4A86-A943-DCE0BAEB7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4B2B4-E2C4-49A7-B5DF-B536B874C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4BA309-B63C-4DEF-994A-ACE8DB39F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B466-AF13-427D-8776-6E780E8EF48A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3E6A06-F15C-4A97-8761-66D3883FE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AEE665-E636-4AC2-A09E-E9754D767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09688-6F80-4E01-B8E9-405242E58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2892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B1F7B5-64D4-4BC5-8C82-66401F0C8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BC83995-7D9C-45C4-B73E-5318D7C448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9BE75D-0392-4068-AAE1-CA87DCA54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31C139-D470-47FD-ADEA-0CE61417F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B466-AF13-427D-8776-6E780E8EF48A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46433D-B132-4A60-945E-13B45C319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380ACCE-5191-4E71-A3C1-533C44CA8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09688-6F80-4E01-B8E9-405242E58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2594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C9D09E-FE2E-40AD-86A8-AD0BB5AA7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54FD43A-B790-4AA2-AB8F-7FDE563B15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334336-9C68-4907-BDF0-0FF7D2AA3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B466-AF13-427D-8776-6E780E8EF48A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556D67-0C4F-4947-A423-C9359A607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C932DD-75A6-4599-A3BB-E8E6E0B2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09688-6F80-4E01-B8E9-405242E58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06567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EF88992-BD4D-4ECD-8A2C-3758475AF1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019F49-5262-4842-9563-830D003D1A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ED317B-331D-44A2-A394-D713D5E32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6B466-AF13-427D-8776-6E780E8EF48A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2C33BE-B427-4CE3-A515-FF6135F52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1E7492-F0B3-4B0F-875C-3886653D4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09688-6F80-4E01-B8E9-405242E58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8270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B48990D-8FA0-4E40-857D-A230E61C8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624B16-3C85-4CAC-BEE8-EBE745654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0153AE-37EC-47DA-9AEB-1E4639674F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46B466-AF13-427D-8776-6E780E8EF48A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79125D-51A3-4F7A-9156-4865B5BDBC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325AC5-F307-478A-9D16-7960ECCA96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09688-6F80-4E01-B8E9-405242E58E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932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09EC590-D4D8-47D2-841A-12F4E9E3EE81}"/>
              </a:ext>
            </a:extLst>
          </p:cNvPr>
          <p:cNvSpPr/>
          <p:nvPr/>
        </p:nvSpPr>
        <p:spPr>
          <a:xfrm>
            <a:off x="-66675" y="0"/>
            <a:ext cx="12258675" cy="6858000"/>
          </a:xfrm>
          <a:prstGeom prst="rect">
            <a:avLst/>
          </a:prstGeom>
          <a:solidFill>
            <a:srgbClr val="FDFD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0467274-D2EB-4A51-A2B1-316C521C04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46"/>
          <a:stretch/>
        </p:blipFill>
        <p:spPr>
          <a:xfrm>
            <a:off x="-38100" y="1791355"/>
            <a:ext cx="12192000" cy="509990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718D6AD-A5AD-461D-B481-DD3DF22B7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35" y="68359"/>
            <a:ext cx="7008085" cy="175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821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09EC590-D4D8-47D2-841A-12F4E9E3EE81}"/>
              </a:ext>
            </a:extLst>
          </p:cNvPr>
          <p:cNvSpPr/>
          <p:nvPr/>
        </p:nvSpPr>
        <p:spPr>
          <a:xfrm>
            <a:off x="-66675" y="0"/>
            <a:ext cx="12258675" cy="6858000"/>
          </a:xfrm>
          <a:prstGeom prst="rect">
            <a:avLst/>
          </a:prstGeom>
          <a:solidFill>
            <a:srgbClr val="FDFD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0C82A92-9171-4771-A446-DC77C66DE0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6676" y="104"/>
            <a:ext cx="12258675" cy="6857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230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2</cp:revision>
  <dcterms:created xsi:type="dcterms:W3CDTF">2026-05-07T01:51:40Z</dcterms:created>
  <dcterms:modified xsi:type="dcterms:W3CDTF">2026-05-07T01:55:04Z</dcterms:modified>
</cp:coreProperties>
</file>